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4"/>
  </p:sldMasterIdLst>
  <p:notesMasterIdLst>
    <p:notesMasterId r:id="rId5"/>
  </p:notesMasterIdLst>
  <p:handoutMasterIdLst>
    <p:handoutMasterId r:id="rId6"/>
  </p:handout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 autoAdjust="0"/>
  </p:normalViewPr>
  <p:slideViewPr>
    <p:cSldViewPr snapToGrid="0">
      <p:cViewPr varScale="1">
        <p:scale>
          <a:sx n="100" d="100"/>
          <a:sy n="100" d="100"/>
        </p:scale>
        <p:origin x="88" y="92"/>
      </p:cViewPr>
      <p:guideLst/>
    </p:cSldViewPr>
  </p:slideViewPr>
  <p:outlineViewPr>
    <p:cViewPr>
      <p:scale>
        <a:sx n="33" d="100"/>
        <a:sy n="33" d="100"/>
      </p:scale>
      <p:origin x="0" y="-116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088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D413764-5AD9-E889-944D-1707A854A1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45D53-BE96-955D-B578-2BF8F356B7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4B9C3D-A6AA-4477-AC5E-4C46DDCA9DCD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ED3793-52FB-891B-2A0C-91D8927163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B8DAAB-C45C-E833-ECEB-14DCA0F17FC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E28C3-D699-4CA0-B343-5111DC5919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8098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38646-CEA8-41F9-BD9F-D1FA107D99CC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040C8-62D2-4EA7-B200-D3B8C06AAF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067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8A66DDD-7D9C-9641-30E9-932C5FD2D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83715" y="0"/>
            <a:ext cx="2497331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40F8B-6B6E-1B1A-7CC7-F44CB188B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527294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7301" y="1748633"/>
            <a:ext cx="7156415" cy="3360734"/>
          </a:xfrm>
        </p:spPr>
        <p:txBody>
          <a:bodyPr tIns="0" bIns="0" anchor="ctr">
            <a:no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94B31B-4290-C588-1212-26E6B428F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859A209-D12B-6E67-931A-5CB9E7110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971692" y="254794"/>
            <a:ext cx="8248616" cy="6367462"/>
            <a:chOff x="1689101" y="254794"/>
            <a:chExt cx="8248616" cy="636746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8628E6D-0C29-7F8E-67C4-175F211E705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89101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5D0695C-2845-A017-44FF-AC81720077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89101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C4F8C32-8C97-2BA7-D756-712EEDF143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937717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A53929D-82C0-204B-3528-E111E5608A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937717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68DE2F-0A5F-60BA-E2A6-247EF7CB8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971690" y="1543050"/>
            <a:ext cx="8248611" cy="3771900"/>
            <a:chOff x="2517792" y="1651000"/>
            <a:chExt cx="7165925" cy="37719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2DE19A1-6F20-44CE-16E6-E01C080DB71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27301" y="16510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A302056-7C77-84A9-00C4-C936CDB0EC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17792" y="54229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33199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0BCEE60A-6295-FCD1-542F-52EA50B3B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1031"/>
          <a:stretch/>
        </p:blipFill>
        <p:spPr>
          <a:xfrm rot="16200000">
            <a:off x="7083880" y="1749876"/>
            <a:ext cx="6858000" cy="335824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2E5EBF7-4D05-239B-0B70-F9AD5B569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1667"/>
          <a:stretch/>
        </p:blipFill>
        <p:spPr>
          <a:xfrm rot="5400000">
            <a:off x="-742950" y="742950"/>
            <a:ext cx="6858000" cy="5372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552D2-6E8F-FBA4-5AAD-121E6FDF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07AAD3-3E7E-4AA4-9B8A-E76C79C5D0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72100" y="892175"/>
            <a:ext cx="3461659" cy="5073650"/>
          </a:xfrm>
          <a:effectLst/>
        </p:spPr>
        <p:txBody>
          <a:bodyPr anchor="ctr">
            <a:normAutofit/>
          </a:bodyPr>
          <a:lstStyle>
            <a:lvl1pPr marL="0" indent="0" algn="ctr">
              <a:spcAft>
                <a:spcPts val="600"/>
              </a:spcAft>
              <a:buNone/>
              <a:defRPr sz="2400">
                <a:solidFill>
                  <a:schemeClr val="tx2"/>
                </a:solidFill>
              </a:defRPr>
            </a:lvl1pPr>
            <a:lvl2pPr marL="2286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2pPr>
            <a:lvl3pPr marL="4572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3pPr>
            <a:lvl4pPr marL="6858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4pPr>
            <a:lvl5pPr marL="9144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667425-5376-9A12-6412-4B63AC528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CB2DD8-1852-5728-5E46-28CF0864B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741730C-9E61-193C-BBD3-080BB8336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141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E62E882-4E93-85DF-DE0B-6F64263A3B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" y="0"/>
            <a:ext cx="12191999" cy="6858000"/>
          </a:xfrm>
          <a:custGeom>
            <a:avLst/>
            <a:gdLst>
              <a:gd name="connsiteX0" fmla="*/ 9664698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9664698 w 12191999"/>
              <a:gd name="connsiteY3" fmla="*/ 6858000 h 6858000"/>
              <a:gd name="connsiteX4" fmla="*/ 0 w 12191999"/>
              <a:gd name="connsiteY4" fmla="*/ 0 h 6858000"/>
              <a:gd name="connsiteX5" fmla="*/ 2551176 w 12191999"/>
              <a:gd name="connsiteY5" fmla="*/ 0 h 6858000"/>
              <a:gd name="connsiteX6" fmla="*/ 2551176 w 12191999"/>
              <a:gd name="connsiteY6" fmla="*/ 6858000 h 6858000"/>
              <a:gd name="connsiteX7" fmla="*/ 0 w 121919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858000">
                <a:moveTo>
                  <a:pt x="9664698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9664698" y="6858000"/>
                </a:lnTo>
                <a:close/>
                <a:moveTo>
                  <a:pt x="0" y="0"/>
                </a:moveTo>
                <a:lnTo>
                  <a:pt x="2551176" y="0"/>
                </a:lnTo>
                <a:lnTo>
                  <a:pt x="2551176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7301" y="1747287"/>
            <a:ext cx="7156415" cy="3363427"/>
          </a:xfrm>
        </p:spPr>
        <p:txBody>
          <a:bodyPr tIns="0" bIns="0" anchor="ctr">
            <a:noAutofit/>
          </a:bodyPr>
          <a:lstStyle>
            <a:lvl1pPr algn="ctr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54760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45346F93-664A-16A2-A824-FBB5F60B0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987468" cy="6858000"/>
          </a:xfrm>
          <a:custGeom>
            <a:avLst/>
            <a:gdLst>
              <a:gd name="connsiteX0" fmla="*/ 0 w 3987468"/>
              <a:gd name="connsiteY0" fmla="*/ 0 h 6858000"/>
              <a:gd name="connsiteX1" fmla="*/ 2450595 w 3987468"/>
              <a:gd name="connsiteY1" fmla="*/ 0 h 6858000"/>
              <a:gd name="connsiteX2" fmla="*/ 2774950 w 3987468"/>
              <a:gd name="connsiteY2" fmla="*/ 0 h 6858000"/>
              <a:gd name="connsiteX3" fmla="*/ 3146901 w 3987468"/>
              <a:gd name="connsiteY3" fmla="*/ 0 h 6858000"/>
              <a:gd name="connsiteX4" fmla="*/ 3152237 w 3987468"/>
              <a:gd name="connsiteY4" fmla="*/ 1372 h 6858000"/>
              <a:gd name="connsiteX5" fmla="*/ 3987468 w 3987468"/>
              <a:gd name="connsiteY5" fmla="*/ 1136650 h 6858000"/>
              <a:gd name="connsiteX6" fmla="*/ 3261452 w 3987468"/>
              <a:gd name="connsiteY6" fmla="*/ 2231955 h 6858000"/>
              <a:gd name="connsiteX7" fmla="*/ 3097572 w 3987468"/>
              <a:gd name="connsiteY7" fmla="*/ 2282826 h 6858000"/>
              <a:gd name="connsiteX8" fmla="*/ 3261452 w 3987468"/>
              <a:gd name="connsiteY8" fmla="*/ 2333697 h 6858000"/>
              <a:gd name="connsiteX9" fmla="*/ 3987468 w 3987468"/>
              <a:gd name="connsiteY9" fmla="*/ 3429001 h 6858000"/>
              <a:gd name="connsiteX10" fmla="*/ 3261452 w 3987468"/>
              <a:gd name="connsiteY10" fmla="*/ 4524306 h 6858000"/>
              <a:gd name="connsiteX11" fmla="*/ 3097574 w 3987468"/>
              <a:gd name="connsiteY11" fmla="*/ 4575176 h 6858000"/>
              <a:gd name="connsiteX12" fmla="*/ 3261452 w 3987468"/>
              <a:gd name="connsiteY12" fmla="*/ 4626047 h 6858000"/>
              <a:gd name="connsiteX13" fmla="*/ 3987468 w 3987468"/>
              <a:gd name="connsiteY13" fmla="*/ 5721351 h 6858000"/>
              <a:gd name="connsiteX14" fmla="*/ 3152237 w 3987468"/>
              <a:gd name="connsiteY14" fmla="*/ 6856629 h 6858000"/>
              <a:gd name="connsiteX15" fmla="*/ 3146905 w 3987468"/>
              <a:gd name="connsiteY15" fmla="*/ 6858000 h 6858000"/>
              <a:gd name="connsiteX16" fmla="*/ 2774950 w 3987468"/>
              <a:gd name="connsiteY16" fmla="*/ 6858000 h 6858000"/>
              <a:gd name="connsiteX17" fmla="*/ 2450591 w 3987468"/>
              <a:gd name="connsiteY17" fmla="*/ 6858000 h 6858000"/>
              <a:gd name="connsiteX18" fmla="*/ 0 w 3987468"/>
              <a:gd name="connsiteY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987468" h="6858000">
                <a:moveTo>
                  <a:pt x="0" y="0"/>
                </a:moveTo>
                <a:lnTo>
                  <a:pt x="2450595" y="0"/>
                </a:lnTo>
                <a:lnTo>
                  <a:pt x="2774950" y="0"/>
                </a:lnTo>
                <a:lnTo>
                  <a:pt x="3146901" y="0"/>
                </a:lnTo>
                <a:lnTo>
                  <a:pt x="3152237" y="1372"/>
                </a:lnTo>
                <a:cubicBezTo>
                  <a:pt x="3636128" y="151878"/>
                  <a:pt x="3987468" y="603234"/>
                  <a:pt x="3987468" y="1136650"/>
                </a:cubicBezTo>
                <a:cubicBezTo>
                  <a:pt x="3987468" y="1629034"/>
                  <a:pt x="3688101" y="2051497"/>
                  <a:pt x="3261452" y="2231955"/>
                </a:cubicBezTo>
                <a:lnTo>
                  <a:pt x="3097572" y="2282826"/>
                </a:lnTo>
                <a:lnTo>
                  <a:pt x="3261452" y="2333697"/>
                </a:lnTo>
                <a:cubicBezTo>
                  <a:pt x="3688101" y="2514154"/>
                  <a:pt x="3987468" y="2936617"/>
                  <a:pt x="3987468" y="3429001"/>
                </a:cubicBezTo>
                <a:cubicBezTo>
                  <a:pt x="3987468" y="3921385"/>
                  <a:pt x="3688101" y="4343848"/>
                  <a:pt x="3261452" y="4524306"/>
                </a:cubicBezTo>
                <a:lnTo>
                  <a:pt x="3097574" y="4575176"/>
                </a:lnTo>
                <a:lnTo>
                  <a:pt x="3261452" y="4626047"/>
                </a:lnTo>
                <a:cubicBezTo>
                  <a:pt x="3688101" y="4806504"/>
                  <a:pt x="3987468" y="5228967"/>
                  <a:pt x="3987468" y="5721351"/>
                </a:cubicBezTo>
                <a:cubicBezTo>
                  <a:pt x="3987468" y="6254767"/>
                  <a:pt x="3636128" y="6706123"/>
                  <a:pt x="3152237" y="6856629"/>
                </a:cubicBezTo>
                <a:lnTo>
                  <a:pt x="3146905" y="6858000"/>
                </a:lnTo>
                <a:lnTo>
                  <a:pt x="2774950" y="6858000"/>
                </a:lnTo>
                <a:lnTo>
                  <a:pt x="245059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4769DB-2A07-BC51-5527-403CA838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8D0011-1BF5-77D1-D2AC-ABFFC212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B36471-5251-E878-F044-38C6E40BC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8AEBCDBA-FCC7-7DE8-DA64-AEF047502A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3CC93403-272F-4058-38E7-95034FA1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6D26F94-DE81-6530-E728-ABDCC088359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465411" y="765810"/>
            <a:ext cx="7029933" cy="2471470"/>
          </a:xfr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endParaRPr lang="en-US" dirty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AFFC2B28-B6DF-BDF7-16A8-28ECC1D9921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5411" y="3599130"/>
            <a:ext cx="7029933" cy="2471470"/>
          </a:xfr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033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noFill/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F9B8B6D2-5532-4B59-9C5A-AB106F128946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0" r:id="rId2"/>
    <p:sldLayoutId id="2147483747" r:id="rId3"/>
    <p:sldLayoutId id="2147483725" r:id="rId4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596226_Win32_LW_V0" id="{9BD71EDD-469E-4D4E-A40A-B14F6807FCBA}" vid="{17CDA7A4-B369-430D-9DFB-4C96400196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C2A85E2-5219-4B5F-9D52-D97CA94AAB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C14155-A57F-48FA-B253-A79CB6269DD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316C43-4A17-4971-BB8F-F0F6B8CDF2E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</TotalTime>
  <Words>0</Words>
  <Application>Microsoft Office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5" baseType="lpstr">
      <vt:lpstr>Aptos</vt:lpstr>
      <vt:lpstr>Arial</vt:lpstr>
      <vt:lpstr>Calibri</vt:lpstr>
      <vt:lpstr>Gill Sans MT</vt:lpstr>
      <vt:lpstr>Parcel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 speaking solutions</dc:title>
  <cp:lastModifiedBy>sherry cai</cp:lastModifiedBy>
  <cp:revision>4</cp:revision>
  <dcterms:created xsi:type="dcterms:W3CDTF">2024-02-15T21:11:36Z</dcterms:created>
  <dcterms:modified xsi:type="dcterms:W3CDTF">2026-03-24T09:42:47Z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