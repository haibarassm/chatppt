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61" d="100"/>
          <a:sy n="61" d="100"/>
        </p:scale>
        <p:origin x="96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1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  <p:sldLayoutId id="2147483681" r:id="rId5"/>
    <p:sldLayoutId id="214748368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cp:lastModifiedBy>sherry cai</cp:lastModifiedBy>
  <cp:revision>13</cp:revision>
  <dcterms:created xsi:type="dcterms:W3CDTF">2024-01-05T14:58:10Z</dcterms:created>
  <dcterms:modified xsi:type="dcterms:W3CDTF">2026-03-26T07:36:48Z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