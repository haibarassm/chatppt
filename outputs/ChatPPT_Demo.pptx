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4"/>
  </p:sldMasterIdLst>
  <p:notesMasterIdLst>
    <p:notesMasterId r:id="rId9"/>
  </p:notesMasterIdLst>
  <p:handoutMasterIdLst>
    <p:handoutMasterId r:id="rId10"/>
  </p:handoutMasterIdLst>
  <p:sldIdLst>
    <p:sldId id="256" r:id="rId5"/>
    <p:sldId id="257" r:id="rId6"/>
    <p:sldId id="258" r:id="rId7"/>
    <p:sldId id="259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799B23B-EC83-4686-B30A-512413B5E67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8" autoAdjust="0"/>
    <p:restoredTop sz="94660" autoAdjust="0"/>
  </p:normalViewPr>
  <p:slideViewPr>
    <p:cSldViewPr snapToGrid="0">
      <p:cViewPr varScale="1">
        <p:scale>
          <a:sx n="64" d="100"/>
          <a:sy n="64" d="100"/>
        </p:scale>
        <p:origin x="390" y="66"/>
      </p:cViewPr>
      <p:guideLst/>
    </p:cSldViewPr>
  </p:slideViewPr>
  <p:outlineViewPr>
    <p:cViewPr>
      <p:scale>
        <a:sx n="33" d="100"/>
        <a:sy n="33" d="100"/>
      </p:scale>
      <p:origin x="0" y="-1166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81" d="100"/>
          <a:sy n="81" d="100"/>
        </p:scale>
        <p:origin x="3088" y="6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D413764-5AD9-E889-944D-1707A854A1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045D53-BE96-955D-B578-2BF8F356B79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4B9C3D-A6AA-4477-AC5E-4C46DDCA9DCD}" type="datetimeFigureOut">
              <a:rPr lang="en-US" smtClean="0"/>
              <a:t>3/25/2026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ED3793-52FB-891B-2A0C-91D89271638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B8DAAB-C45C-E833-ECEB-14DCA0F17FC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DE28C3-D699-4CA0-B343-5111DC5919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18098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938646-CEA8-41F9-BD9F-D1FA107D99CC}" type="datetimeFigureOut">
              <a:rPr lang="en-US" smtClean="0"/>
              <a:t>3/25/2026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B040C8-62D2-4EA7-B200-D3B8C06AAFD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0676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58A66DDD-7D9C-9641-30E9-932C5FD2DA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683715" y="0"/>
            <a:ext cx="2497331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F640F8B-6B6E-1B1A-7CC7-F44CB188B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2527294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7EEDCF-A8F9-709D-CE34-6E183D26C2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27301" y="1748633"/>
            <a:ext cx="7156415" cy="3360734"/>
          </a:xfrm>
        </p:spPr>
        <p:txBody>
          <a:bodyPr tIns="0" bIns="0" anchor="ctr">
            <a:noAutofit/>
          </a:bodyPr>
          <a:lstStyle>
            <a:lvl1pPr algn="ctr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294B31B-4290-C588-1212-26E6B428F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50825" y="254794"/>
            <a:ext cx="11690350" cy="6348413"/>
          </a:xfrm>
          <a:prstGeom prst="rect">
            <a:avLst/>
          </a:prstGeom>
          <a:noFill/>
          <a:ln w="444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859A209-D12B-6E67-931A-5CB9E71100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971692" y="254794"/>
            <a:ext cx="8248616" cy="6367462"/>
            <a:chOff x="1689101" y="254794"/>
            <a:chExt cx="8248616" cy="6367462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28628E6D-0C29-7F8E-67C4-175F211E705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689101" y="254794"/>
              <a:ext cx="0" cy="2799556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45D0695C-2845-A017-44FF-AC817200773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689101" y="3822700"/>
              <a:ext cx="0" cy="2799556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C4F8C32-8C97-2BA7-D756-712EEDF1439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937717" y="254794"/>
              <a:ext cx="0" cy="2799556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AA53929D-82C0-204B-3528-E111E5608AE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937717" y="3822700"/>
              <a:ext cx="0" cy="2799556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C68DE2F-0A5F-60BA-E2A6-247EF7CB85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971690" y="1543050"/>
            <a:ext cx="8248611" cy="3771900"/>
            <a:chOff x="2517792" y="1651000"/>
            <a:chExt cx="7165925" cy="37719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D2DE19A1-6F20-44CE-16E6-E01C080DB71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527301" y="1651000"/>
              <a:ext cx="7156416" cy="0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7A302056-7C77-84A9-00C4-C936CDB0EC1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517792" y="5422900"/>
              <a:ext cx="7156416" cy="0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33199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0BCEE60A-6295-FCD1-542F-52EA50B3B4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" b="51031"/>
          <a:stretch/>
        </p:blipFill>
        <p:spPr>
          <a:xfrm rot="16200000">
            <a:off x="7083880" y="1749876"/>
            <a:ext cx="6858000" cy="3358241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02E5EBF7-4D05-239B-0B70-F9AD5B5690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21667"/>
          <a:stretch/>
        </p:blipFill>
        <p:spPr>
          <a:xfrm rot="5400000">
            <a:off x="-742950" y="742950"/>
            <a:ext cx="6858000" cy="5372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17EEDCF-A8F9-709D-CE34-6E183D26C2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1749423" y="2290758"/>
            <a:ext cx="6276974" cy="2276477"/>
          </a:xfrm>
          <a:effectLst/>
        </p:spPr>
        <p:txBody>
          <a:bodyPr tIns="0" bIns="0" anchor="ctr">
            <a:noAutofit/>
          </a:bodyPr>
          <a:lstStyle>
            <a:lvl1pPr algn="ctr">
              <a:defRPr sz="4000" b="0" cap="all" spc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0552D2-6E8F-FBA4-5AAD-121E6FDF3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94590" y="3062287"/>
            <a:ext cx="665421" cy="766763"/>
          </a:xfrm>
          <a:prstGeom prst="rect">
            <a:avLst/>
          </a:prstGeom>
          <a:noFill/>
          <a:effectLst/>
        </p:spPr>
        <p:txBody>
          <a:bodyPr lIns="0" rIns="0"/>
          <a:lstStyle>
            <a:lvl1pPr algn="ctr">
              <a:defRPr lang="en-US" sz="1800" b="1" kern="1200" cap="all" spc="150" baseline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607AAD3-3E7E-4AA4-9B8A-E76C79C5D09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72100" y="892175"/>
            <a:ext cx="3461659" cy="5073650"/>
          </a:xfrm>
          <a:effectLst/>
        </p:spPr>
        <p:txBody>
          <a:bodyPr anchor="ctr">
            <a:normAutofit/>
          </a:bodyPr>
          <a:lstStyle>
            <a:lvl1pPr marL="0" indent="0" algn="ctr">
              <a:spcAft>
                <a:spcPts val="600"/>
              </a:spcAft>
              <a:buNone/>
              <a:defRPr sz="2400">
                <a:solidFill>
                  <a:schemeClr val="tx2"/>
                </a:solidFill>
              </a:defRPr>
            </a:lvl1pPr>
            <a:lvl2pPr marL="228600" indent="0" algn="ctr">
              <a:spcAft>
                <a:spcPts val="600"/>
              </a:spcAft>
              <a:buNone/>
              <a:defRPr sz="2000">
                <a:solidFill>
                  <a:schemeClr val="tx2"/>
                </a:solidFill>
              </a:defRPr>
            </a:lvl2pPr>
            <a:lvl3pPr marL="457200" indent="0" algn="ctr">
              <a:spcAft>
                <a:spcPts val="600"/>
              </a:spcAft>
              <a:buNone/>
              <a:defRPr sz="2000">
                <a:solidFill>
                  <a:schemeClr val="tx2"/>
                </a:solidFill>
              </a:defRPr>
            </a:lvl3pPr>
            <a:lvl4pPr marL="685800" indent="0" algn="ctr">
              <a:spcAft>
                <a:spcPts val="600"/>
              </a:spcAft>
              <a:buNone/>
              <a:defRPr sz="2000">
                <a:solidFill>
                  <a:schemeClr val="tx2"/>
                </a:solidFill>
              </a:defRPr>
            </a:lvl4pPr>
            <a:lvl5pPr marL="914400" indent="0" algn="ctr">
              <a:spcAft>
                <a:spcPts val="600"/>
              </a:spcAft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C667425-5376-9A12-6412-4B63AC528F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50825" y="254794"/>
            <a:ext cx="11690350" cy="6348413"/>
          </a:xfrm>
          <a:prstGeom prst="rect">
            <a:avLst/>
          </a:prstGeom>
          <a:noFill/>
          <a:ln w="444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1CB2DD8-1852-5728-5E46-28CF0864B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27301" y="254794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741730C-9E61-193C-BBD3-080BB83366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27301" y="3822700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51411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 1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EE62E882-4E93-85DF-DE0B-6F64263A3BB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" y="0"/>
            <a:ext cx="12191999" cy="6858000"/>
          </a:xfrm>
          <a:custGeom>
            <a:avLst/>
            <a:gdLst>
              <a:gd name="connsiteX0" fmla="*/ 9664698 w 12191999"/>
              <a:gd name="connsiteY0" fmla="*/ 0 h 6858000"/>
              <a:gd name="connsiteX1" fmla="*/ 12191999 w 12191999"/>
              <a:gd name="connsiteY1" fmla="*/ 0 h 6858000"/>
              <a:gd name="connsiteX2" fmla="*/ 12191999 w 12191999"/>
              <a:gd name="connsiteY2" fmla="*/ 6858000 h 6858000"/>
              <a:gd name="connsiteX3" fmla="*/ 9664698 w 12191999"/>
              <a:gd name="connsiteY3" fmla="*/ 6858000 h 6858000"/>
              <a:gd name="connsiteX4" fmla="*/ 0 w 12191999"/>
              <a:gd name="connsiteY4" fmla="*/ 0 h 6858000"/>
              <a:gd name="connsiteX5" fmla="*/ 2551176 w 12191999"/>
              <a:gd name="connsiteY5" fmla="*/ 0 h 6858000"/>
              <a:gd name="connsiteX6" fmla="*/ 2551176 w 12191999"/>
              <a:gd name="connsiteY6" fmla="*/ 6858000 h 6858000"/>
              <a:gd name="connsiteX7" fmla="*/ 0 w 12191999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6858000">
                <a:moveTo>
                  <a:pt x="9664698" y="0"/>
                </a:moveTo>
                <a:lnTo>
                  <a:pt x="12191999" y="0"/>
                </a:lnTo>
                <a:lnTo>
                  <a:pt x="12191999" y="6858000"/>
                </a:lnTo>
                <a:lnTo>
                  <a:pt x="9664698" y="6858000"/>
                </a:lnTo>
                <a:close/>
                <a:moveTo>
                  <a:pt x="0" y="0"/>
                </a:moveTo>
                <a:lnTo>
                  <a:pt x="2551176" y="0"/>
                </a:lnTo>
                <a:lnTo>
                  <a:pt x="2551176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7EEDCF-A8F9-709D-CE34-6E183D26C2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27301" y="1747287"/>
            <a:ext cx="7156415" cy="3363427"/>
          </a:xfrm>
        </p:spPr>
        <p:txBody>
          <a:bodyPr tIns="0" bIns="0" anchor="ctr">
            <a:noAutofit/>
          </a:bodyPr>
          <a:lstStyle>
            <a:lvl1pPr algn="ctr"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254760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45346F93-664A-16A2-A824-FBB5F60B0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3987468" cy="6858000"/>
          </a:xfrm>
          <a:custGeom>
            <a:avLst/>
            <a:gdLst>
              <a:gd name="connsiteX0" fmla="*/ 0 w 3987468"/>
              <a:gd name="connsiteY0" fmla="*/ 0 h 6858000"/>
              <a:gd name="connsiteX1" fmla="*/ 2450595 w 3987468"/>
              <a:gd name="connsiteY1" fmla="*/ 0 h 6858000"/>
              <a:gd name="connsiteX2" fmla="*/ 2774950 w 3987468"/>
              <a:gd name="connsiteY2" fmla="*/ 0 h 6858000"/>
              <a:gd name="connsiteX3" fmla="*/ 3146901 w 3987468"/>
              <a:gd name="connsiteY3" fmla="*/ 0 h 6858000"/>
              <a:gd name="connsiteX4" fmla="*/ 3152237 w 3987468"/>
              <a:gd name="connsiteY4" fmla="*/ 1372 h 6858000"/>
              <a:gd name="connsiteX5" fmla="*/ 3987468 w 3987468"/>
              <a:gd name="connsiteY5" fmla="*/ 1136650 h 6858000"/>
              <a:gd name="connsiteX6" fmla="*/ 3261452 w 3987468"/>
              <a:gd name="connsiteY6" fmla="*/ 2231955 h 6858000"/>
              <a:gd name="connsiteX7" fmla="*/ 3097572 w 3987468"/>
              <a:gd name="connsiteY7" fmla="*/ 2282826 h 6858000"/>
              <a:gd name="connsiteX8" fmla="*/ 3261452 w 3987468"/>
              <a:gd name="connsiteY8" fmla="*/ 2333697 h 6858000"/>
              <a:gd name="connsiteX9" fmla="*/ 3987468 w 3987468"/>
              <a:gd name="connsiteY9" fmla="*/ 3429001 h 6858000"/>
              <a:gd name="connsiteX10" fmla="*/ 3261452 w 3987468"/>
              <a:gd name="connsiteY10" fmla="*/ 4524306 h 6858000"/>
              <a:gd name="connsiteX11" fmla="*/ 3097574 w 3987468"/>
              <a:gd name="connsiteY11" fmla="*/ 4575176 h 6858000"/>
              <a:gd name="connsiteX12" fmla="*/ 3261452 w 3987468"/>
              <a:gd name="connsiteY12" fmla="*/ 4626047 h 6858000"/>
              <a:gd name="connsiteX13" fmla="*/ 3987468 w 3987468"/>
              <a:gd name="connsiteY13" fmla="*/ 5721351 h 6858000"/>
              <a:gd name="connsiteX14" fmla="*/ 3152237 w 3987468"/>
              <a:gd name="connsiteY14" fmla="*/ 6856629 h 6858000"/>
              <a:gd name="connsiteX15" fmla="*/ 3146905 w 3987468"/>
              <a:gd name="connsiteY15" fmla="*/ 6858000 h 6858000"/>
              <a:gd name="connsiteX16" fmla="*/ 2774950 w 3987468"/>
              <a:gd name="connsiteY16" fmla="*/ 6858000 h 6858000"/>
              <a:gd name="connsiteX17" fmla="*/ 2450591 w 3987468"/>
              <a:gd name="connsiteY17" fmla="*/ 6858000 h 6858000"/>
              <a:gd name="connsiteX18" fmla="*/ 0 w 3987468"/>
              <a:gd name="connsiteY1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3987468" h="6858000">
                <a:moveTo>
                  <a:pt x="0" y="0"/>
                </a:moveTo>
                <a:lnTo>
                  <a:pt x="2450595" y="0"/>
                </a:lnTo>
                <a:lnTo>
                  <a:pt x="2774950" y="0"/>
                </a:lnTo>
                <a:lnTo>
                  <a:pt x="3146901" y="0"/>
                </a:lnTo>
                <a:lnTo>
                  <a:pt x="3152237" y="1372"/>
                </a:lnTo>
                <a:cubicBezTo>
                  <a:pt x="3636128" y="151878"/>
                  <a:pt x="3987468" y="603234"/>
                  <a:pt x="3987468" y="1136650"/>
                </a:cubicBezTo>
                <a:cubicBezTo>
                  <a:pt x="3987468" y="1629034"/>
                  <a:pt x="3688101" y="2051497"/>
                  <a:pt x="3261452" y="2231955"/>
                </a:cubicBezTo>
                <a:lnTo>
                  <a:pt x="3097572" y="2282826"/>
                </a:lnTo>
                <a:lnTo>
                  <a:pt x="3261452" y="2333697"/>
                </a:lnTo>
                <a:cubicBezTo>
                  <a:pt x="3688101" y="2514154"/>
                  <a:pt x="3987468" y="2936617"/>
                  <a:pt x="3987468" y="3429001"/>
                </a:cubicBezTo>
                <a:cubicBezTo>
                  <a:pt x="3987468" y="3921385"/>
                  <a:pt x="3688101" y="4343848"/>
                  <a:pt x="3261452" y="4524306"/>
                </a:cubicBezTo>
                <a:lnTo>
                  <a:pt x="3097574" y="4575176"/>
                </a:lnTo>
                <a:lnTo>
                  <a:pt x="3261452" y="4626047"/>
                </a:lnTo>
                <a:cubicBezTo>
                  <a:pt x="3688101" y="4806504"/>
                  <a:pt x="3987468" y="5228967"/>
                  <a:pt x="3987468" y="5721351"/>
                </a:cubicBezTo>
                <a:cubicBezTo>
                  <a:pt x="3987468" y="6254767"/>
                  <a:pt x="3636128" y="6706123"/>
                  <a:pt x="3152237" y="6856629"/>
                </a:cubicBezTo>
                <a:lnTo>
                  <a:pt x="3146905" y="6858000"/>
                </a:lnTo>
                <a:lnTo>
                  <a:pt x="2774950" y="6858000"/>
                </a:lnTo>
                <a:lnTo>
                  <a:pt x="245059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04769DB-2A07-BC51-5527-403CA838F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50825" y="254794"/>
            <a:ext cx="11690350" cy="6348413"/>
          </a:xfrm>
          <a:prstGeom prst="rect">
            <a:avLst/>
          </a:prstGeom>
          <a:noFill/>
          <a:ln w="444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E8D0011-1BF5-77D1-D2AC-ABFFC21247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27301" y="254794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2B36471-5251-E878-F044-38C6E40BC5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27301" y="3822700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itle 1">
            <a:extLst>
              <a:ext uri="{FF2B5EF4-FFF2-40B4-BE49-F238E27FC236}">
                <a16:creationId xmlns:a16="http://schemas.microsoft.com/office/drawing/2014/main" id="{8AEBCDBA-FCC7-7DE8-DA64-AEF047502A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1749423" y="2290758"/>
            <a:ext cx="6276974" cy="2276477"/>
          </a:xfrm>
          <a:effectLst/>
        </p:spPr>
        <p:txBody>
          <a:bodyPr tIns="0" bIns="0" anchor="ctr">
            <a:noAutofit/>
          </a:bodyPr>
          <a:lstStyle>
            <a:lvl1pPr algn="ctr">
              <a:defRPr sz="4000" b="0" cap="all" spc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3CC93403-272F-4058-38E7-95034FA1A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94590" y="3062287"/>
            <a:ext cx="665421" cy="766763"/>
          </a:xfrm>
          <a:prstGeom prst="rect">
            <a:avLst/>
          </a:prstGeom>
          <a:noFill/>
          <a:effectLst/>
        </p:spPr>
        <p:txBody>
          <a:bodyPr lIns="0" rIns="0"/>
          <a:lstStyle>
            <a:lvl1pPr algn="ctr">
              <a:defRPr lang="en-US" sz="1800" b="1" kern="1200" cap="all" spc="150" baseline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E6D26F94-DE81-6530-E728-ABDCC088359D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465411" y="765810"/>
            <a:ext cx="7029933" cy="2471470"/>
          </a:xfrm>
        </p:spPr>
        <p:txBody>
          <a:bodyPr>
            <a:normAutofit/>
          </a:bodyPr>
          <a:lstStyle>
            <a:lvl1pPr marL="0" indent="0"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228600">
              <a:spcAft>
                <a:spcPts val="600"/>
              </a:spcAft>
              <a:defRPr sz="1800">
                <a:solidFill>
                  <a:schemeClr val="tx2"/>
                </a:solidFill>
              </a:defRPr>
            </a:lvl2pPr>
            <a:lvl3pPr>
              <a:spcAft>
                <a:spcPts val="600"/>
              </a:spcAft>
              <a:defRPr sz="1800">
                <a:solidFill>
                  <a:schemeClr val="tx2"/>
                </a:solidFill>
              </a:defRPr>
            </a:lvl3pPr>
            <a:lvl4pPr>
              <a:spcAft>
                <a:spcPts val="600"/>
              </a:spcAft>
              <a:defRPr sz="1800">
                <a:solidFill>
                  <a:schemeClr val="tx2"/>
                </a:solidFill>
              </a:defRPr>
            </a:lvl4pPr>
            <a:lvl5pPr>
              <a:spcAft>
                <a:spcPts val="600"/>
              </a:spcAft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1"/>
            <a:endParaRPr lang="en-US" dirty="0"/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AFFC2B28-B6DF-BDF7-16A8-28ECC1D99214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465411" y="3599130"/>
            <a:ext cx="7029933" cy="2471470"/>
          </a:xfrm>
        </p:spPr>
        <p:txBody>
          <a:bodyPr>
            <a:normAutofit/>
          </a:bodyPr>
          <a:lstStyle>
            <a:lvl1pPr marL="0" indent="0"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228600">
              <a:spcAft>
                <a:spcPts val="600"/>
              </a:spcAft>
              <a:defRPr sz="1800">
                <a:solidFill>
                  <a:schemeClr val="tx2"/>
                </a:solidFill>
              </a:defRPr>
            </a:lvl2pPr>
            <a:lvl3pPr>
              <a:spcAft>
                <a:spcPts val="600"/>
              </a:spcAft>
              <a:defRPr sz="1800">
                <a:solidFill>
                  <a:schemeClr val="tx2"/>
                </a:solidFill>
              </a:defRPr>
            </a:lvl3pPr>
            <a:lvl4pPr>
              <a:spcAft>
                <a:spcPts val="600"/>
              </a:spcAft>
              <a:defRPr sz="1800">
                <a:solidFill>
                  <a:schemeClr val="tx2"/>
                </a:solidFill>
              </a:defRPr>
            </a:lvl4pPr>
            <a:lvl5pPr>
              <a:spcAft>
                <a:spcPts val="600"/>
              </a:spcAft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4033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noFill/>
          <a:ln w="31750" cap="sq">
            <a:noFill/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F9B8B6D2-5532-4B59-9C5A-AB106F128946}" type="datetime1">
              <a:rPr lang="en-US" smtClean="0"/>
              <a:t>3/25/2026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0" r:id="rId2"/>
    <p:sldLayoutId id="2147483747" r:id="rId3"/>
    <p:sldLayoutId id="2147483725" r:id="rId4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ChatPPT Demo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2024 业绩概述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/>
          </a:p>
          <a:p>
            <a:r>
              <a:t>总收入增长15%</a:t>
            </a:r>
          </a:p>
          <a:p>
            <a:r>
              <a:t>市场份额扩大至30%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业绩图表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新产品发布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/>
          </a:p>
          <a:p>
            <a:r>
              <a:t>产品A: 特色功能介绍</a:t>
            </a:r>
          </a:p>
          <a:p>
            <a:r>
              <a:t>产品B: 市场定位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56596226_Win32_LW_V0" id="{9BD71EDD-469E-4D4E-A40A-B14F6807FCBA}" vid="{17CDA7A4-B369-430D-9DFB-4C964001961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C2A85E2-5219-4B5F-9D52-D97CA94AAB3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9316C43-4A17-4971-BB8F-F0F6B8CDF2E0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F5C14155-A57F-48FA-B253-A79CB6269DDC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255</TotalTime>
  <Words>20</Words>
  <Application>Microsoft Office PowerPoint</Application>
  <PresentationFormat>Widescreen</PresentationFormat>
  <Paragraphs>10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Arial</vt:lpstr>
      <vt:lpstr>Calibri</vt:lpstr>
      <vt:lpstr>Gill Sans MT</vt:lpstr>
      <vt:lpstr>Parcel</vt:lpstr>
      <vt:lpstr>ChatPPT Demo</vt:lpstr>
      <vt:lpstr>2024 业绩概述</vt:lpstr>
      <vt:lpstr>业绩图表</vt:lpstr>
      <vt:lpstr>新产品发布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ChatPPT_Demo</dc:title>
  <cp:lastModifiedBy>sherry cai</cp:lastModifiedBy>
  <cp:revision>4</cp:revision>
  <dcterms:created xsi:type="dcterms:W3CDTF">2024-02-15T21:11:36Z</dcterms:created>
  <dcterms:modified xsi:type="dcterms:W3CDTF">2026-03-25T09:55:44Z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